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3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1234" y="23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 smtClean="0"/>
              <a:t>RENKO CHART GENERATOR APPLICATION</a:t>
            </a:r>
            <a:endParaRPr lang="en-IN" sz="32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000" dirty="0" smtClean="0"/>
              <a:t>This Application is used for Plotting the Japanese </a:t>
            </a:r>
            <a:r>
              <a:rPr lang="en-GB" sz="2000" dirty="0" smtClean="0"/>
              <a:t>Renko </a:t>
            </a:r>
            <a:r>
              <a:rPr lang="en-GB" sz="2000" dirty="0" smtClean="0"/>
              <a:t>Charts </a:t>
            </a:r>
            <a:r>
              <a:rPr lang="en-GB" sz="2000" dirty="0" smtClean="0"/>
              <a:t>of a single script of any Stock/ETF based </a:t>
            </a:r>
            <a:r>
              <a:rPr lang="en-GB" sz="2000" dirty="0" smtClean="0"/>
              <a:t>on </a:t>
            </a:r>
            <a:r>
              <a:rPr lang="en-GB" sz="2000" dirty="0" smtClean="0"/>
              <a:t>a given Brick size</a:t>
            </a:r>
            <a:endParaRPr lang="en-GB" dirty="0" smtClean="0"/>
          </a:p>
          <a:p>
            <a:endParaRPr lang="en-IN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488267"/>
            <a:ext cx="5181600" cy="25971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9227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 smtClean="0"/>
              <a:t>RENKO CHART GENERATOR APPLICATION</a:t>
            </a:r>
            <a:endParaRPr lang="en-IN" sz="32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 smtClean="0"/>
              <a:t>This Application is used for Plotting the Japanese </a:t>
            </a:r>
            <a:r>
              <a:rPr lang="en-GB" sz="2000" dirty="0" smtClean="0"/>
              <a:t>Renko </a:t>
            </a:r>
            <a:r>
              <a:rPr lang="en-GB" sz="2000" dirty="0" smtClean="0"/>
              <a:t>Charts based on given Box Size.</a:t>
            </a:r>
            <a:endParaRPr lang="en-GB" sz="2000" dirty="0"/>
          </a:p>
          <a:p>
            <a:endParaRPr lang="en-GB" sz="2000" dirty="0" smtClean="0"/>
          </a:p>
          <a:p>
            <a:r>
              <a:rPr lang="en-GB" sz="2000" dirty="0" smtClean="0"/>
              <a:t>The “RENKO CHART GENERATOR” Folder consists of a subfolder called “NSE EXPORT” and the “RENKO </a:t>
            </a:r>
            <a:r>
              <a:rPr lang="en-GB" sz="2000" dirty="0" smtClean="0"/>
              <a:t>CHART GENERATOR.xlsm</a:t>
            </a:r>
            <a:r>
              <a:rPr lang="en-GB" sz="2000" dirty="0" smtClean="0"/>
              <a:t>” Macro File. Both the Folder and the File are required to generate </a:t>
            </a:r>
            <a:r>
              <a:rPr lang="en-GB" sz="2000" dirty="0" smtClean="0"/>
              <a:t>Renko </a:t>
            </a:r>
            <a:r>
              <a:rPr lang="en-GB" sz="2000" dirty="0" smtClean="0"/>
              <a:t>Plots.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endParaRPr lang="en-IN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5235414"/>
            <a:ext cx="3055885" cy="457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0724" y="5248649"/>
            <a:ext cx="3886200" cy="430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ight Arrow 2"/>
          <p:cNvSpPr/>
          <p:nvPr/>
        </p:nvSpPr>
        <p:spPr>
          <a:xfrm>
            <a:off x="3970284" y="5387834"/>
            <a:ext cx="410440" cy="152400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934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 smtClean="0"/>
              <a:t>SETTING UP THE RENKO CHART GENERATOR APPLICATION</a:t>
            </a:r>
            <a:endParaRPr lang="en-IN" sz="32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000" dirty="0" smtClean="0"/>
              <a:t>Open the “NSE EXPORT” Folder, Delete the existing File.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endParaRPr lang="en-IN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505200"/>
            <a:ext cx="5105400" cy="2065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6248400" y="3733800"/>
            <a:ext cx="533400" cy="53340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37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200" dirty="0" smtClean="0"/>
              <a:t>Now Place the downloaded Historical Data File of any Stock/ETF into “NSE EXPORT” Folder</a:t>
            </a:r>
            <a:endParaRPr lang="en-GB" dirty="0" smtClean="0"/>
          </a:p>
          <a:p>
            <a:pPr marL="0" indent="0">
              <a:buNone/>
            </a:pPr>
            <a:r>
              <a:rPr lang="en-GB" b="1" u="sng" dirty="0" smtClean="0"/>
              <a:t>Note</a:t>
            </a:r>
            <a:r>
              <a:rPr lang="en-GB" b="1" u="sng" dirty="0" smtClean="0"/>
              <a:t>:</a:t>
            </a:r>
            <a:endParaRPr lang="en-GB" sz="1400" dirty="0" smtClean="0"/>
          </a:p>
          <a:p>
            <a:r>
              <a:rPr lang="en-GB" sz="1400" dirty="0"/>
              <a:t>This Application is designed to view the </a:t>
            </a:r>
            <a:r>
              <a:rPr lang="en-GB" sz="1400" dirty="0" smtClean="0"/>
              <a:t>Renko </a:t>
            </a:r>
            <a:r>
              <a:rPr lang="en-GB" sz="1400" dirty="0"/>
              <a:t>Chart of a single script only so the “NSE EXPORT”  Folder must contain only one Stock/ETF’s Historical Data </a:t>
            </a:r>
            <a:r>
              <a:rPr lang="en-GB" sz="1400" dirty="0" smtClean="0"/>
              <a:t>Export</a:t>
            </a:r>
            <a:endParaRPr lang="en-GB" sz="1400" dirty="0" smtClean="0"/>
          </a:p>
          <a:p>
            <a:r>
              <a:rPr lang="en-GB" sz="1400" dirty="0" smtClean="0"/>
              <a:t>Exported File should be in any of Excel Formats - .xlsx, .</a:t>
            </a:r>
            <a:r>
              <a:rPr lang="en-GB" sz="1400" dirty="0" err="1" smtClean="0"/>
              <a:t>xls</a:t>
            </a:r>
            <a:r>
              <a:rPr lang="en-GB" sz="1400" dirty="0" smtClean="0"/>
              <a:t>, .csv etc.,</a:t>
            </a:r>
            <a:endParaRPr lang="en-IN" sz="1400" dirty="0" smtClean="0"/>
          </a:p>
          <a:p>
            <a:r>
              <a:rPr lang="en-GB" sz="1400" dirty="0" smtClean="0"/>
              <a:t>It should consist of only one Worksheet</a:t>
            </a:r>
          </a:p>
          <a:p>
            <a:r>
              <a:rPr lang="en-GB" sz="1400" dirty="0" smtClean="0"/>
              <a:t>The Data Headers and Data should start from Cell “</a:t>
            </a:r>
            <a:r>
              <a:rPr lang="en-GB" sz="1400" dirty="0"/>
              <a:t>A1</a:t>
            </a:r>
            <a:r>
              <a:rPr lang="en-GB" sz="1400" dirty="0" smtClean="0"/>
              <a:t>” and the Range of Headers should have the Columns by the Name – “DATE” and “CLOSE”(Both with Upper Case) having information on </a:t>
            </a:r>
            <a:r>
              <a:rPr lang="en-GB" sz="1400" dirty="0" smtClean="0"/>
              <a:t>valid dates in the “DATE” Column </a:t>
            </a:r>
            <a:r>
              <a:rPr lang="en-GB" sz="1400" dirty="0" smtClean="0"/>
              <a:t>and </a:t>
            </a:r>
            <a:r>
              <a:rPr lang="en-GB" sz="1400" dirty="0" smtClean="0"/>
              <a:t>Closing Prices in the “CLOSE” column </a:t>
            </a:r>
            <a:r>
              <a:rPr lang="en-GB" sz="1400" dirty="0" smtClean="0"/>
              <a:t>respectively.</a:t>
            </a:r>
          </a:p>
          <a:p>
            <a:r>
              <a:rPr lang="en-GB" sz="1400" dirty="0" smtClean="0"/>
              <a:t>The File must have at least 150 Trading days of Historical Data as this application is designed to print </a:t>
            </a:r>
            <a:r>
              <a:rPr lang="en-GB" sz="1400" dirty="0" smtClean="0"/>
              <a:t>Renko </a:t>
            </a:r>
            <a:r>
              <a:rPr lang="en-GB" sz="1400" dirty="0" smtClean="0"/>
              <a:t>Charts of </a:t>
            </a:r>
            <a:r>
              <a:rPr lang="en-GB" sz="1400" dirty="0" smtClean="0"/>
              <a:t>the recent </a:t>
            </a:r>
            <a:r>
              <a:rPr lang="en-GB" sz="1400" dirty="0" smtClean="0"/>
              <a:t>100 Trading days</a:t>
            </a:r>
          </a:p>
          <a:p>
            <a:pPr marL="0" indent="0">
              <a:buNone/>
            </a:pPr>
            <a:r>
              <a:rPr lang="en-GB" sz="1400" dirty="0" smtClean="0"/>
              <a:t/>
            </a:r>
            <a:br>
              <a:rPr lang="en-GB" sz="1400" dirty="0" smtClean="0"/>
            </a:br>
            <a:endParaRPr lang="en-GB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EXPORTED HISTORICAL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2340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000" dirty="0" smtClean="0"/>
              <a:t>Your Exported Historical Data should look something like this!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EXPORTED HISTORICAL DATA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276600"/>
            <a:ext cx="4228392" cy="2667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1084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600" dirty="0" smtClean="0"/>
              <a:t>Double Click and Open the “RENKO CHART GENERATOR.xlsm” Macro File. It has 2 Worksheets – “REQUIRED DATA” and “CHART</a:t>
            </a:r>
            <a:r>
              <a:rPr lang="en-GB" sz="1600" dirty="0" smtClean="0"/>
              <a:t>”</a:t>
            </a:r>
          </a:p>
          <a:p>
            <a:r>
              <a:rPr lang="en-GB" sz="1600" dirty="0" smtClean="0"/>
              <a:t>Please enable Macros as this File Application uses the Standard VBA Application to generate Renko Charts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RUNNING THE APPLICATION</a:t>
            </a: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810000"/>
            <a:ext cx="2590800" cy="21377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0102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400" dirty="0" smtClean="0"/>
              <a:t>All you do </a:t>
            </a:r>
            <a:r>
              <a:rPr lang="en-GB" sz="1400" dirty="0" smtClean="0"/>
              <a:t>now is enter the required </a:t>
            </a:r>
            <a:r>
              <a:rPr lang="en-GB" sz="1400" dirty="0" smtClean="0"/>
              <a:t>“BRICK SIZE” in the cell “B6” of “REQUIRED DATA” Worksheet, Click on “CREATE RENKO PLOT” Button and Enjoy the stunning </a:t>
            </a:r>
            <a:r>
              <a:rPr lang="en-GB" sz="1400" dirty="0" smtClean="0"/>
              <a:t>Renko Plots</a:t>
            </a:r>
            <a:r>
              <a:rPr lang="en-GB" sz="1400" dirty="0" smtClean="0"/>
              <a:t>!!!</a:t>
            </a:r>
          </a:p>
          <a:p>
            <a:r>
              <a:rPr lang="en-GB" sz="1400" dirty="0" smtClean="0"/>
              <a:t>You can change the “BRICK SIZE” , Click on “CREATE RENKO PLOT” Button and generate charts for different Brick size Values</a:t>
            </a:r>
            <a:r>
              <a:rPr lang="en-GB" sz="1400" dirty="0" smtClean="0"/>
              <a:t>!!!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RUNNING THE APPLICATION</a:t>
            </a: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1" y="3733800"/>
            <a:ext cx="2590800" cy="21377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733800"/>
            <a:ext cx="3391954" cy="21368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Right Arrow 3"/>
          <p:cNvSpPr/>
          <p:nvPr/>
        </p:nvSpPr>
        <p:spPr>
          <a:xfrm>
            <a:off x="3886200" y="4649236"/>
            <a:ext cx="838200" cy="3068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8724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204</TotalTime>
  <Words>396</Words>
  <Application>Microsoft Office PowerPoint</Application>
  <PresentationFormat>On-screen Show (4:3)</PresentationFormat>
  <Paragraphs>25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Waveform</vt:lpstr>
      <vt:lpstr>RENKO CHART GENERATOR APPLICATION</vt:lpstr>
      <vt:lpstr>RENKO CHART GENERATOR APPLICATION</vt:lpstr>
      <vt:lpstr>SETTING UP THE RENKO CHART GENERATOR APPLICATION</vt:lpstr>
      <vt:lpstr>EXPORTED HISTORICAL DATA</vt:lpstr>
      <vt:lpstr>EXPORTED HISTORICAL DATA</vt:lpstr>
      <vt:lpstr>RUNNING THE APPLICATION</vt:lpstr>
      <vt:lpstr>RUNNING THE APPLICATION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RENKO CHART GENERATOR APPLICATION</dc:title>
  <dc:creator>DELL</dc:creator>
  <cp:lastModifiedBy>DELL</cp:lastModifiedBy>
  <cp:revision>19</cp:revision>
  <dcterms:created xsi:type="dcterms:W3CDTF">2006-08-16T00:00:00Z</dcterms:created>
  <dcterms:modified xsi:type="dcterms:W3CDTF">2026-07-15T11:55:05Z</dcterms:modified>
</cp:coreProperties>
</file>